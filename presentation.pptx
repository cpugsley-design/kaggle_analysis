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B8B51-D136-472B-B0A5-B8952012777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D40B5-294B-4CA0-907B-24B7007FC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78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C9829D-2368-1144-B18D-E37C157AE6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8" b="36770"/>
          <a:stretch>
            <a:fillRect/>
          </a:stretch>
        </p:blipFill>
        <p:spPr>
          <a:xfrm>
            <a:off x="0" y="2419349"/>
            <a:ext cx="12192000" cy="4438651"/>
          </a:xfrm>
          <a:prstGeom prst="rect">
            <a:avLst/>
          </a:prstGeom>
          <a:noFill/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DC3F72A7-1FAD-AAD6-1DC2-CF67A56F950B}"/>
              </a:ext>
            </a:extLst>
          </p:cNvPr>
          <p:cNvSpPr txBox="1">
            <a:spLocks/>
          </p:cNvSpPr>
          <p:nvPr userDrawn="1"/>
        </p:nvSpPr>
        <p:spPr>
          <a:xfrm>
            <a:off x="3109136" y="1352753"/>
            <a:ext cx="5973725" cy="92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/>
              <a:t>Conor Pugsley</a:t>
            </a:r>
          </a:p>
          <a:p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700" dirty="0"/>
              <a:t>CSCI 6118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FF0A13A-870D-C016-9317-6CC7C4F986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352" y="300573"/>
            <a:ext cx="10611292" cy="914400"/>
          </a:xfrm>
          <a:prstGeom prst="rect">
            <a:avLst/>
          </a:prstGeom>
        </p:spPr>
        <p:txBody>
          <a:bodyPr/>
          <a:lstStyle>
            <a:lvl1pPr algn="ctr">
              <a:buNone/>
              <a:defRPr sz="4000"/>
            </a:lvl1pPr>
          </a:lstStyle>
          <a:p>
            <a:pPr lvl="0"/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5280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590AC6-D59C-5AEE-FC0B-41922BC1984A}"/>
              </a:ext>
            </a:extLst>
          </p:cNvPr>
          <p:cNvSpPr/>
          <p:nvPr userDrawn="1"/>
        </p:nvSpPr>
        <p:spPr>
          <a:xfrm>
            <a:off x="0" y="6090249"/>
            <a:ext cx="12192000" cy="767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52DFFE-864A-4A12-DF42-753D1C83E9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30" y="6236627"/>
            <a:ext cx="2345528" cy="4749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985ECF-B3F4-4BE2-3F92-609D2F9426AD}"/>
              </a:ext>
            </a:extLst>
          </p:cNvPr>
          <p:cNvSpPr txBox="1"/>
          <p:nvPr userDrawn="1"/>
        </p:nvSpPr>
        <p:spPr>
          <a:xfrm>
            <a:off x="11130949" y="6289458"/>
            <a:ext cx="888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95A287-42DE-4C92-B643-00D0A47EFB5D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B99A2A-1565-19DE-191B-8849A3992101}"/>
              </a:ext>
            </a:extLst>
          </p:cNvPr>
          <p:cNvCxnSpPr>
            <a:cxnSpLocks/>
          </p:cNvCxnSpPr>
          <p:nvPr userDrawn="1"/>
        </p:nvCxnSpPr>
        <p:spPr>
          <a:xfrm>
            <a:off x="560717" y="688662"/>
            <a:ext cx="110705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A132797-3BD9-1917-6899-B1DF2B11E6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716" y="61251"/>
            <a:ext cx="11070565" cy="554222"/>
          </a:xfrm>
          <a:prstGeom prst="rect">
            <a:avLst/>
          </a:prstGeom>
        </p:spPr>
        <p:txBody>
          <a:bodyPr anchor="ctr"/>
          <a:lstStyle>
            <a:lvl1pPr>
              <a:buNone/>
              <a:defRPr/>
            </a:lvl1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4646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nowy Landscap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22658-99B8-1027-75FF-0CF5DF3082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7" b="36762"/>
          <a:stretch>
            <a:fillRect/>
          </a:stretch>
        </p:blipFill>
        <p:spPr>
          <a:xfrm>
            <a:off x="-1" y="2419349"/>
            <a:ext cx="12192000" cy="443865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2F56C7-3D61-6467-0ABF-1FEC671FA65F}"/>
              </a:ext>
            </a:extLst>
          </p:cNvPr>
          <p:cNvSpPr txBox="1">
            <a:spLocks/>
          </p:cNvSpPr>
          <p:nvPr userDrawn="1"/>
        </p:nvSpPr>
        <p:spPr>
          <a:xfrm>
            <a:off x="3109136" y="1352753"/>
            <a:ext cx="5973725" cy="92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/>
              <a:t>Conor Pugsley</a:t>
            </a:r>
          </a:p>
          <a:p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700" dirty="0"/>
              <a:t>CSCI 6118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16D7392B-528C-7D2B-89B8-93AB19CA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352" y="300573"/>
            <a:ext cx="10611292" cy="914400"/>
          </a:xfrm>
          <a:prstGeom prst="rect">
            <a:avLst/>
          </a:prstGeom>
        </p:spPr>
        <p:txBody>
          <a:bodyPr/>
          <a:lstStyle>
            <a:lvl1pPr algn="ctr">
              <a:buNone/>
              <a:defRPr sz="4000"/>
            </a:lvl1pPr>
          </a:lstStyle>
          <a:p>
            <a:pPr lvl="0"/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7775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38B9-6900-1338-5472-CF5EC0FC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D09E3-4C33-6E07-8CFA-3377A910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702D4-BE18-062B-D629-1607EF0F1D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E19BD-3937-85C8-5683-20973D67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3B1D3-5503-0FAC-FEF7-486600EC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2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1B74-1A97-5F80-74C6-62D34018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422B8-657E-3C3B-D960-9C8FCE804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A4204-6BCE-0669-2914-A79E3599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FAE8B-63CF-9325-8C61-47ECEF4C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96537-0F38-16D0-5508-5B2E76C5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0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09490-B985-D439-BA55-626B13E6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4F97F-12D1-A247-EB33-E7A0D0341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51767-C0EF-357B-CEB7-1DBCA3A42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AD018-07EC-47E3-81F3-451FD2E7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A9535-0803-F123-744A-21CE7329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473A0-C591-B2F5-91EB-9D308312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7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899B5-E15F-CE7C-0C1F-7A8A768A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7F089-659D-28BD-0224-73E0E5D49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55B8E-91DB-0B18-CA0E-CD59022E0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950C3-D4A3-7288-BD39-E70038BDB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084F5-CFB6-4DE3-4A19-FD2D96653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299424-F096-6DA7-8178-10FA874C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9CF05-A1C9-D071-3297-474DBDED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BBAF1-9D87-8CD9-5F54-2151BE7F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36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58FF-5000-9A18-E35C-DA94298E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36800-3132-FE46-3E0B-8097CEE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9A287-F1D3-55D0-1C27-F684B369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C7B01-6C27-DF5A-FCB5-0B48D63A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1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93AC-4E8A-1420-5A5C-FDAFECDFB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42605-7AC9-217F-242E-4095B5136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B0B68-2D47-231B-4F29-99C01922D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7B944-40C3-188D-4B4B-5F220EDC05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7E687-C3E1-6D97-1282-5536785F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D6186-A8D7-9055-B476-ED254C67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2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9257-4F39-88AE-3087-C3A911F7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E5087-403C-6BA1-F43C-323AD3E01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B6E1E-C946-DF40-1F25-A17E19CBE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E6DC7-0DEF-9188-7A0F-76897DC93D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51CE-53DA-03F1-5C49-AF097273E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D358E-FA6C-37AA-80FC-06C700D7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0370-9913-A8A7-4A9C-11D65BA0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44163-2DE3-E5A0-1A8E-DACFB56D7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A187A-E2AE-6C29-19E8-F0A041DC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6549A-29AB-ABD0-007E-B1F4A1A7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20286-B761-D997-5767-463CF197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96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1BB76-65A7-7C72-BD21-630163CF3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D9953-6FB9-288A-D9B2-07DC55390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97BD6-34D2-84AF-DA1E-11984F13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4DFD3-2456-B3A2-18AB-BBD085A7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B182B-F61D-866E-9DC8-42DCA6D0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9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A4D9D3-4291-FFEB-9ECF-703A085CC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96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11327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1507D-89D2-E299-A2DF-4E7D9B6407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dirty="0"/>
              <a:t>Evaluating Gene Relevance with Survival Rates</a:t>
            </a:r>
          </a:p>
        </p:txBody>
      </p:sp>
    </p:spTree>
    <p:extLst>
      <p:ext uri="{BB962C8B-B14F-4D97-AF65-F5344CB8AC3E}">
        <p14:creationId xmlns:p14="http://schemas.microsoft.com/office/powerpoint/2010/main" val="161115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7DC474-1270-831F-BF15-1F20F869F5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Positive Correlations: Part 1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D1FA764E-2C0B-C8EB-4703-BDEC381F7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8965" y="1605189"/>
            <a:ext cx="3654066" cy="364762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2B8CFDD-6191-B791-3112-1195683AF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716" y="1605189"/>
            <a:ext cx="3654066" cy="3647621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C9632D5-7CAE-4F56-DA9E-B25E31346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7215" y="1605189"/>
            <a:ext cx="3654066" cy="364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32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A82F9-05B8-E7F3-4C0D-776B0A2B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4AADCD-6C94-2F0A-A853-AE99D5A95A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Positive Correlations: Part 2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58C1991-8EE5-27AD-46B8-5F7A67980D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98" y="1605188"/>
            <a:ext cx="3654066" cy="364762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89068429-24A3-52E2-8365-7B3C9CF25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1932" y="1605189"/>
            <a:ext cx="3654066" cy="364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29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251C4-9D86-96DC-E596-1DA20720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3C3800-3658-313A-F52D-11994F30F2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Negative Correlations: Part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63A499-70DC-6D20-7604-4843B0A856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8965" y="1605189"/>
            <a:ext cx="3654066" cy="364762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F356F1D-3845-F776-4C5E-02CFF5962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899" y="1605189"/>
            <a:ext cx="3654066" cy="364762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EE0BD89-7793-03E3-9EB4-C04F9EACA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3031" y="1605189"/>
            <a:ext cx="3654065" cy="364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8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39BB-3715-9135-DA86-7B525950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31CCA2-2EBE-2655-61B3-5496527402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Negative Correlations: Part 2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6FE440-1A07-1C0F-5F4A-CC1CB3CD8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3" y="1605191"/>
            <a:ext cx="3654063" cy="364761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EAE9F31-DADC-53A5-D065-4387DCDDD9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1934" y="1605190"/>
            <a:ext cx="3654064" cy="364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51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26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Conor Pugsley</dc:creator>
  <cp:lastModifiedBy>Conor Pugsley</cp:lastModifiedBy>
  <cp:revision>8</cp:revision>
  <dcterms:created xsi:type="dcterms:W3CDTF">2026-09-01T23:55:33Z</dcterms:created>
  <dcterms:modified xsi:type="dcterms:W3CDTF">2026-10-22T18:41:48Z</dcterms:modified>
</cp:coreProperties>
</file>